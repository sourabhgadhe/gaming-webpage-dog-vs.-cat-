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2"/>
    <p:sldId id="269" r:id="rId3"/>
    <p:sldId id="270" r:id="rId4"/>
    <p:sldId id="271" r:id="rId5"/>
    <p:sldId id="276" r:id="rId6"/>
    <p:sldId id="272" r:id="rId7"/>
    <p:sldId id="273" r:id="rId8"/>
    <p:sldId id="274" r:id="rId9"/>
    <p:sldId id="27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nknown User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586" y="-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808A85-2882-46E3-8664-C51F138DF7DC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71BFD7E0-62B2-4AFF-856D-7367F77C0C00}">
      <dgm:prSet/>
      <dgm:spPr/>
      <dgm:t>
        <a:bodyPr/>
        <a:lstStyle/>
        <a:p>
          <a:pPr rtl="0"/>
          <a:r>
            <a:rPr lang="en-US" b="0" i="0" dirty="0"/>
            <a:t>HTML stands for Hyper Text Markup Language</a:t>
          </a:r>
          <a:endParaRPr lang="en-US" dirty="0"/>
        </a:p>
      </dgm:t>
    </dgm:pt>
    <dgm:pt modelId="{7C1E5B99-77CB-4AAE-8477-2CE8AEB260CB}" type="parTrans" cxnId="{B0EAE29D-4D89-4BF4-A828-6478A478B68C}">
      <dgm:prSet/>
      <dgm:spPr/>
      <dgm:t>
        <a:bodyPr/>
        <a:lstStyle/>
        <a:p>
          <a:endParaRPr lang="en-US"/>
        </a:p>
      </dgm:t>
    </dgm:pt>
    <dgm:pt modelId="{743341A3-F1AB-4AAF-88D0-3C486F212C83}" type="sibTrans" cxnId="{B0EAE29D-4D89-4BF4-A828-6478A478B68C}">
      <dgm:prSet/>
      <dgm:spPr/>
      <dgm:t>
        <a:bodyPr/>
        <a:lstStyle/>
        <a:p>
          <a:endParaRPr lang="en-US"/>
        </a:p>
      </dgm:t>
    </dgm:pt>
    <dgm:pt modelId="{B22B5ED0-3F7B-41B5-B146-7DB99DAE0991}">
      <dgm:prSet/>
      <dgm:spPr/>
      <dgm:t>
        <a:bodyPr/>
        <a:lstStyle/>
        <a:p>
          <a:pPr rtl="0"/>
          <a:r>
            <a:rPr lang="en-US" b="0" i="0" dirty="0"/>
            <a:t>HTML is the standard markup language for creating Web pages</a:t>
          </a:r>
          <a:endParaRPr lang="en-US" dirty="0"/>
        </a:p>
      </dgm:t>
    </dgm:pt>
    <dgm:pt modelId="{847E48D4-124A-407B-95FA-8E5BC5E6899F}" type="parTrans" cxnId="{40CBF96A-7768-46E2-8A6C-18C3DA670383}">
      <dgm:prSet/>
      <dgm:spPr/>
      <dgm:t>
        <a:bodyPr/>
        <a:lstStyle/>
        <a:p>
          <a:endParaRPr lang="en-US"/>
        </a:p>
      </dgm:t>
    </dgm:pt>
    <dgm:pt modelId="{C3D48FCC-65C4-4CE0-9C05-BC6F0A7BF452}" type="sibTrans" cxnId="{40CBF96A-7768-46E2-8A6C-18C3DA670383}">
      <dgm:prSet/>
      <dgm:spPr/>
      <dgm:t>
        <a:bodyPr/>
        <a:lstStyle/>
        <a:p>
          <a:endParaRPr lang="en-US"/>
        </a:p>
      </dgm:t>
    </dgm:pt>
    <dgm:pt modelId="{C4036C0B-DD86-4DD2-B7C0-282B82FBD6B8}">
      <dgm:prSet/>
      <dgm:spPr/>
      <dgm:t>
        <a:bodyPr/>
        <a:lstStyle/>
        <a:p>
          <a:pPr rtl="0"/>
          <a:r>
            <a:rPr lang="en-US" b="0" i="0" dirty="0"/>
            <a:t>CSS is the coding language that gives a website its look and layout. Along with HTML</a:t>
          </a:r>
          <a:endParaRPr lang="en-US" dirty="0"/>
        </a:p>
      </dgm:t>
    </dgm:pt>
    <dgm:pt modelId="{A09450BF-C198-4EC8-970A-7BF20A9B1E3F}" type="parTrans" cxnId="{DBBE181D-541D-48DD-9B1E-AA6176C2D410}">
      <dgm:prSet/>
      <dgm:spPr/>
      <dgm:t>
        <a:bodyPr/>
        <a:lstStyle/>
        <a:p>
          <a:endParaRPr lang="en-US"/>
        </a:p>
      </dgm:t>
    </dgm:pt>
    <dgm:pt modelId="{328F890C-A5C2-4997-9F37-2486B5E9301E}" type="sibTrans" cxnId="{DBBE181D-541D-48DD-9B1E-AA6176C2D410}">
      <dgm:prSet/>
      <dgm:spPr/>
      <dgm:t>
        <a:bodyPr/>
        <a:lstStyle/>
        <a:p>
          <a:endParaRPr lang="en-US"/>
        </a:p>
      </dgm:t>
    </dgm:pt>
    <dgm:pt modelId="{4883FEA5-E2BF-4F2F-9BFC-F9FFE483DE3F}">
      <dgm:prSet/>
      <dgm:spPr/>
      <dgm:t>
        <a:bodyPr/>
        <a:lstStyle/>
        <a:p>
          <a:pPr rtl="0"/>
          <a:r>
            <a:rPr lang="en-US" b="0" i="0" dirty="0"/>
            <a:t>CSS contains webpage elements in boxes and float those boxes to specific positions on the page</a:t>
          </a:r>
          <a:endParaRPr lang="en-US" dirty="0"/>
        </a:p>
      </dgm:t>
    </dgm:pt>
    <dgm:pt modelId="{E5A7C6A0-25CF-4DB3-9BCB-CD17C9FE8E29}" type="parTrans" cxnId="{84675B23-5D09-460F-A30E-E1AECAF9F7C0}">
      <dgm:prSet/>
      <dgm:spPr/>
      <dgm:t>
        <a:bodyPr/>
        <a:lstStyle/>
        <a:p>
          <a:endParaRPr lang="en-US"/>
        </a:p>
      </dgm:t>
    </dgm:pt>
    <dgm:pt modelId="{E6C904B3-BF68-40B3-92DD-6687ED63E5F7}" type="sibTrans" cxnId="{84675B23-5D09-460F-A30E-E1AECAF9F7C0}">
      <dgm:prSet/>
      <dgm:spPr/>
      <dgm:t>
        <a:bodyPr/>
        <a:lstStyle/>
        <a:p>
          <a:endParaRPr lang="en-US"/>
        </a:p>
      </dgm:t>
    </dgm:pt>
    <dgm:pt modelId="{4CC3656C-EB1F-4353-B2E8-321A7932CAC9}">
      <dgm:prSet/>
      <dgm:spPr/>
      <dgm:t>
        <a:bodyPr/>
        <a:lstStyle/>
        <a:p>
          <a:r>
            <a:rPr lang="en-US" b="0" i="0" dirty="0"/>
            <a:t>JavaScript is a programming language used primarily by Web browsers to create a dynamic and interactive experience for the user</a:t>
          </a:r>
          <a:endParaRPr lang="en-US" dirty="0"/>
        </a:p>
      </dgm:t>
    </dgm:pt>
    <dgm:pt modelId="{3B148B18-0EC7-48BD-A354-51528AAB508F}" type="parTrans" cxnId="{DE6C97FB-7637-40DA-A577-F7DE62A54AD4}">
      <dgm:prSet/>
      <dgm:spPr/>
      <dgm:t>
        <a:bodyPr/>
        <a:lstStyle/>
        <a:p>
          <a:endParaRPr lang="en-US"/>
        </a:p>
      </dgm:t>
    </dgm:pt>
    <dgm:pt modelId="{8E7AF94C-EE08-4826-AAA8-1FD07BEB64E8}" type="sibTrans" cxnId="{DE6C97FB-7637-40DA-A577-F7DE62A54AD4}">
      <dgm:prSet/>
      <dgm:spPr/>
      <dgm:t>
        <a:bodyPr/>
        <a:lstStyle/>
        <a:p>
          <a:endParaRPr lang="en-US"/>
        </a:p>
      </dgm:t>
    </dgm:pt>
    <dgm:pt modelId="{AD89B28F-C66B-44A8-A6C4-62F839226EF2}">
      <dgm:prSet/>
      <dgm:spPr/>
      <dgm:t>
        <a:bodyPr/>
        <a:lstStyle/>
        <a:p>
          <a:pPr rtl="0"/>
          <a:r>
            <a:rPr lang="en-US" b="0" i="0" dirty="0"/>
            <a:t>Most of the functions and applications that make the Internet indispensable to modern life are coded in some form of </a:t>
          </a:r>
          <a:r>
            <a:rPr lang="en-US" b="0" i="0" dirty="0" err="1"/>
            <a:t>Javascript</a:t>
          </a:r>
          <a:endParaRPr lang="en-US" dirty="0"/>
        </a:p>
      </dgm:t>
    </dgm:pt>
    <dgm:pt modelId="{EF287A14-193A-475F-9FEF-080C08295B51}" type="parTrans" cxnId="{AA21796D-BE02-4A89-B69F-760B6AA2807D}">
      <dgm:prSet/>
      <dgm:spPr/>
      <dgm:t>
        <a:bodyPr/>
        <a:lstStyle/>
        <a:p>
          <a:endParaRPr lang="en-US"/>
        </a:p>
      </dgm:t>
    </dgm:pt>
    <dgm:pt modelId="{34D17565-4E82-4AD0-95C2-1F24AEC17732}" type="sibTrans" cxnId="{AA21796D-BE02-4A89-B69F-760B6AA2807D}">
      <dgm:prSet/>
      <dgm:spPr/>
      <dgm:t>
        <a:bodyPr/>
        <a:lstStyle/>
        <a:p>
          <a:endParaRPr lang="en-US"/>
        </a:p>
      </dgm:t>
    </dgm:pt>
    <dgm:pt modelId="{7A317CA0-84FF-4DF1-952B-5BA1B9A5DEBE}" type="pres">
      <dgm:prSet presAssocID="{93808A85-2882-46E3-8664-C51F138DF7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D8C4AE9-70AF-44F3-93AA-FFE0B6703A41}" type="pres">
      <dgm:prSet presAssocID="{71BFD7E0-62B2-4AFF-856D-7367F77C0C00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141180-60F4-4AF4-BBD7-97256EE64E0A}" type="pres">
      <dgm:prSet presAssocID="{743341A3-F1AB-4AAF-88D0-3C486F212C83}" presName="spacer" presStyleCnt="0"/>
      <dgm:spPr/>
    </dgm:pt>
    <dgm:pt modelId="{70912EA1-AE16-48AF-803A-89BD864A21EC}" type="pres">
      <dgm:prSet presAssocID="{B22B5ED0-3F7B-41B5-B146-7DB99DAE0991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6DEB4B-D7FD-42CD-A4F1-A9DD9BF27216}" type="pres">
      <dgm:prSet presAssocID="{C3D48FCC-65C4-4CE0-9C05-BC6F0A7BF452}" presName="spacer" presStyleCnt="0"/>
      <dgm:spPr/>
    </dgm:pt>
    <dgm:pt modelId="{5657C41C-1915-44B3-93A5-B419F5512462}" type="pres">
      <dgm:prSet presAssocID="{C4036C0B-DD86-4DD2-B7C0-282B82FBD6B8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1612D3-1CA7-4361-A39B-3FF6D7780C00}" type="pres">
      <dgm:prSet presAssocID="{328F890C-A5C2-4997-9F37-2486B5E9301E}" presName="spacer" presStyleCnt="0"/>
      <dgm:spPr/>
    </dgm:pt>
    <dgm:pt modelId="{CD02F862-FF2A-49E0-A303-C31445C1C7B8}" type="pres">
      <dgm:prSet presAssocID="{4883FEA5-E2BF-4F2F-9BFC-F9FFE483DE3F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AC451E-2191-4755-A216-249D5A73DE2F}" type="pres">
      <dgm:prSet presAssocID="{E6C904B3-BF68-40B3-92DD-6687ED63E5F7}" presName="spacer" presStyleCnt="0"/>
      <dgm:spPr/>
    </dgm:pt>
    <dgm:pt modelId="{DB917C76-F81E-41F7-A182-C8ADC7486575}" type="pres">
      <dgm:prSet presAssocID="{4CC3656C-EB1F-4353-B2E8-321A7932CAC9}" presName="parentText" presStyleLbl="node1" presStyleIdx="4" presStyleCnt="6" custLinFactNeighborX="198" custLinFactNeighborY="245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72AE30-CE8E-4A09-B376-8543C71EF3FD}" type="pres">
      <dgm:prSet presAssocID="{8E7AF94C-EE08-4826-AAA8-1FD07BEB64E8}" presName="spacer" presStyleCnt="0"/>
      <dgm:spPr/>
    </dgm:pt>
    <dgm:pt modelId="{C97A3436-985E-4F56-9127-3AC178D6023A}" type="pres">
      <dgm:prSet presAssocID="{AD89B28F-C66B-44A8-A6C4-62F839226EF2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ECD6D64-6023-4C1D-8C36-8AD963267202}" type="presOf" srcId="{93808A85-2882-46E3-8664-C51F138DF7DC}" destId="{7A317CA0-84FF-4DF1-952B-5BA1B9A5DEBE}" srcOrd="0" destOrd="0" presId="urn:microsoft.com/office/officeart/2005/8/layout/vList2"/>
    <dgm:cxn modelId="{AA21796D-BE02-4A89-B69F-760B6AA2807D}" srcId="{93808A85-2882-46E3-8664-C51F138DF7DC}" destId="{AD89B28F-C66B-44A8-A6C4-62F839226EF2}" srcOrd="5" destOrd="0" parTransId="{EF287A14-193A-475F-9FEF-080C08295B51}" sibTransId="{34D17565-4E82-4AD0-95C2-1F24AEC17732}"/>
    <dgm:cxn modelId="{3493D039-CA45-47E2-A521-2C9E3A8D58EE}" type="presOf" srcId="{B22B5ED0-3F7B-41B5-B146-7DB99DAE0991}" destId="{70912EA1-AE16-48AF-803A-89BD864A21EC}" srcOrd="0" destOrd="0" presId="urn:microsoft.com/office/officeart/2005/8/layout/vList2"/>
    <dgm:cxn modelId="{8F2251C8-A3AE-4F98-A9F9-876FF9F85190}" type="presOf" srcId="{71BFD7E0-62B2-4AFF-856D-7367F77C0C00}" destId="{9D8C4AE9-70AF-44F3-93AA-FFE0B6703A41}" srcOrd="0" destOrd="0" presId="urn:microsoft.com/office/officeart/2005/8/layout/vList2"/>
    <dgm:cxn modelId="{A1074625-7059-44FE-8AD9-5AB3F5A7A703}" type="presOf" srcId="{C4036C0B-DD86-4DD2-B7C0-282B82FBD6B8}" destId="{5657C41C-1915-44B3-93A5-B419F5512462}" srcOrd="0" destOrd="0" presId="urn:microsoft.com/office/officeart/2005/8/layout/vList2"/>
    <dgm:cxn modelId="{DE6C97FB-7637-40DA-A577-F7DE62A54AD4}" srcId="{93808A85-2882-46E3-8664-C51F138DF7DC}" destId="{4CC3656C-EB1F-4353-B2E8-321A7932CAC9}" srcOrd="4" destOrd="0" parTransId="{3B148B18-0EC7-48BD-A354-51528AAB508F}" sibTransId="{8E7AF94C-EE08-4826-AAA8-1FD07BEB64E8}"/>
    <dgm:cxn modelId="{B0EAE29D-4D89-4BF4-A828-6478A478B68C}" srcId="{93808A85-2882-46E3-8664-C51F138DF7DC}" destId="{71BFD7E0-62B2-4AFF-856D-7367F77C0C00}" srcOrd="0" destOrd="0" parTransId="{7C1E5B99-77CB-4AAE-8477-2CE8AEB260CB}" sibTransId="{743341A3-F1AB-4AAF-88D0-3C486F212C83}"/>
    <dgm:cxn modelId="{84675B23-5D09-460F-A30E-E1AECAF9F7C0}" srcId="{93808A85-2882-46E3-8664-C51F138DF7DC}" destId="{4883FEA5-E2BF-4F2F-9BFC-F9FFE483DE3F}" srcOrd="3" destOrd="0" parTransId="{E5A7C6A0-25CF-4DB3-9BCB-CD17C9FE8E29}" sibTransId="{E6C904B3-BF68-40B3-92DD-6687ED63E5F7}"/>
    <dgm:cxn modelId="{5B2A0E69-5276-43EC-A0D9-95810847310E}" type="presOf" srcId="{4883FEA5-E2BF-4F2F-9BFC-F9FFE483DE3F}" destId="{CD02F862-FF2A-49E0-A303-C31445C1C7B8}" srcOrd="0" destOrd="0" presId="urn:microsoft.com/office/officeart/2005/8/layout/vList2"/>
    <dgm:cxn modelId="{40CBF96A-7768-46E2-8A6C-18C3DA670383}" srcId="{93808A85-2882-46E3-8664-C51F138DF7DC}" destId="{B22B5ED0-3F7B-41B5-B146-7DB99DAE0991}" srcOrd="1" destOrd="0" parTransId="{847E48D4-124A-407B-95FA-8E5BC5E6899F}" sibTransId="{C3D48FCC-65C4-4CE0-9C05-BC6F0A7BF452}"/>
    <dgm:cxn modelId="{620715A6-616C-4995-B01C-F0CF4F363F0D}" type="presOf" srcId="{4CC3656C-EB1F-4353-B2E8-321A7932CAC9}" destId="{DB917C76-F81E-41F7-A182-C8ADC7486575}" srcOrd="0" destOrd="0" presId="urn:microsoft.com/office/officeart/2005/8/layout/vList2"/>
    <dgm:cxn modelId="{C300D267-5EC5-4AF9-8917-A5FD79B02582}" type="presOf" srcId="{AD89B28F-C66B-44A8-A6C4-62F839226EF2}" destId="{C97A3436-985E-4F56-9127-3AC178D6023A}" srcOrd="0" destOrd="0" presId="urn:microsoft.com/office/officeart/2005/8/layout/vList2"/>
    <dgm:cxn modelId="{DBBE181D-541D-48DD-9B1E-AA6176C2D410}" srcId="{93808A85-2882-46E3-8664-C51F138DF7DC}" destId="{C4036C0B-DD86-4DD2-B7C0-282B82FBD6B8}" srcOrd="2" destOrd="0" parTransId="{A09450BF-C198-4EC8-970A-7BF20A9B1E3F}" sibTransId="{328F890C-A5C2-4997-9F37-2486B5E9301E}"/>
    <dgm:cxn modelId="{F3D73DB9-15A7-406E-A659-856241EC2C91}" type="presParOf" srcId="{7A317CA0-84FF-4DF1-952B-5BA1B9A5DEBE}" destId="{9D8C4AE9-70AF-44F3-93AA-FFE0B6703A41}" srcOrd="0" destOrd="0" presId="urn:microsoft.com/office/officeart/2005/8/layout/vList2"/>
    <dgm:cxn modelId="{EB3DF8B3-32DC-4F66-A538-ECB7CCC2E010}" type="presParOf" srcId="{7A317CA0-84FF-4DF1-952B-5BA1B9A5DEBE}" destId="{B8141180-60F4-4AF4-BBD7-97256EE64E0A}" srcOrd="1" destOrd="0" presId="urn:microsoft.com/office/officeart/2005/8/layout/vList2"/>
    <dgm:cxn modelId="{E763CF7A-CDC5-4B09-BB76-9A23789BD86B}" type="presParOf" srcId="{7A317CA0-84FF-4DF1-952B-5BA1B9A5DEBE}" destId="{70912EA1-AE16-48AF-803A-89BD864A21EC}" srcOrd="2" destOrd="0" presId="urn:microsoft.com/office/officeart/2005/8/layout/vList2"/>
    <dgm:cxn modelId="{F3A53B80-3833-41C6-82F3-DEC85A7B405A}" type="presParOf" srcId="{7A317CA0-84FF-4DF1-952B-5BA1B9A5DEBE}" destId="{5A6DEB4B-D7FD-42CD-A4F1-A9DD9BF27216}" srcOrd="3" destOrd="0" presId="urn:microsoft.com/office/officeart/2005/8/layout/vList2"/>
    <dgm:cxn modelId="{130438E2-8595-4A6B-BA86-EA564747ED85}" type="presParOf" srcId="{7A317CA0-84FF-4DF1-952B-5BA1B9A5DEBE}" destId="{5657C41C-1915-44B3-93A5-B419F5512462}" srcOrd="4" destOrd="0" presId="urn:microsoft.com/office/officeart/2005/8/layout/vList2"/>
    <dgm:cxn modelId="{C1304382-2686-446D-9826-491B983F3A49}" type="presParOf" srcId="{7A317CA0-84FF-4DF1-952B-5BA1B9A5DEBE}" destId="{351612D3-1CA7-4361-A39B-3FF6D7780C00}" srcOrd="5" destOrd="0" presId="urn:microsoft.com/office/officeart/2005/8/layout/vList2"/>
    <dgm:cxn modelId="{DDE8D1E9-3D77-4CDB-872C-CF9343186568}" type="presParOf" srcId="{7A317CA0-84FF-4DF1-952B-5BA1B9A5DEBE}" destId="{CD02F862-FF2A-49E0-A303-C31445C1C7B8}" srcOrd="6" destOrd="0" presId="urn:microsoft.com/office/officeart/2005/8/layout/vList2"/>
    <dgm:cxn modelId="{3CC8BBD6-98CE-40E3-87A3-CA08CC1F8160}" type="presParOf" srcId="{7A317CA0-84FF-4DF1-952B-5BA1B9A5DEBE}" destId="{1EAC451E-2191-4755-A216-249D5A73DE2F}" srcOrd="7" destOrd="0" presId="urn:microsoft.com/office/officeart/2005/8/layout/vList2"/>
    <dgm:cxn modelId="{FE4C376F-A3DF-429F-9310-93BFFBFD72E8}" type="presParOf" srcId="{7A317CA0-84FF-4DF1-952B-5BA1B9A5DEBE}" destId="{DB917C76-F81E-41F7-A182-C8ADC7486575}" srcOrd="8" destOrd="0" presId="urn:microsoft.com/office/officeart/2005/8/layout/vList2"/>
    <dgm:cxn modelId="{2C5992AD-41D4-42A9-A6F5-DF6385A1F5D1}" type="presParOf" srcId="{7A317CA0-84FF-4DF1-952B-5BA1B9A5DEBE}" destId="{D472AE30-CE8E-4A09-B376-8543C71EF3FD}" srcOrd="9" destOrd="0" presId="urn:microsoft.com/office/officeart/2005/8/layout/vList2"/>
    <dgm:cxn modelId="{10FC2752-D161-449E-916B-608E150CDB47}" type="presParOf" srcId="{7A317CA0-84FF-4DF1-952B-5BA1B9A5DEBE}" destId="{C97A3436-985E-4F56-9127-3AC178D6023A}" srcOrd="10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12FAAE-0A14-4E73-8C46-C26531C1ADC7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5AD7E6-303C-4ED8-B79F-6A3AB7762E88}">
      <dgm:prSet/>
      <dgm:spPr/>
      <dgm:t>
        <a:bodyPr/>
        <a:lstStyle/>
        <a:p>
          <a:pPr rtl="0"/>
          <a:r>
            <a:rPr lang="en-US" b="0" i="0" dirty="0"/>
            <a:t>To Design a </a:t>
          </a:r>
          <a:r>
            <a:rPr lang="en-US" b="1" i="0" u="sng" dirty="0">
              <a:solidFill>
                <a:schemeClr val="accent3"/>
              </a:solidFill>
            </a:rPr>
            <a:t>Gaming</a:t>
          </a:r>
          <a:r>
            <a:rPr lang="en-US" b="1" i="0" u="sng" dirty="0"/>
            <a:t> </a:t>
          </a:r>
          <a:r>
            <a:rPr lang="en-US" b="1" i="0" u="sng" dirty="0">
              <a:solidFill>
                <a:schemeClr val="accent3"/>
              </a:solidFill>
            </a:rPr>
            <a:t>Webpage</a:t>
          </a:r>
          <a:r>
            <a:rPr lang="en-US" b="1" i="0" u="none" dirty="0">
              <a:solidFill>
                <a:schemeClr val="accent3"/>
              </a:solidFill>
            </a:rPr>
            <a:t> </a:t>
          </a:r>
          <a:r>
            <a:rPr lang="en-US" b="0" i="0" u="none" dirty="0"/>
            <a:t>by</a:t>
          </a:r>
          <a:r>
            <a:rPr lang="en-US" b="0" i="0" dirty="0"/>
            <a:t> making use of </a:t>
          </a:r>
          <a:r>
            <a:rPr lang="en-US" b="1" i="0" dirty="0"/>
            <a:t>HTML</a:t>
          </a:r>
          <a:r>
            <a:rPr lang="en-US" b="1" i="0"/>
            <a:t>, JavaScript </a:t>
          </a:r>
          <a:r>
            <a:rPr lang="en-US" b="1" i="0" dirty="0"/>
            <a:t>&amp; CSS</a:t>
          </a:r>
        </a:p>
      </dgm:t>
    </dgm:pt>
    <dgm:pt modelId="{336ACC9D-80C9-4293-808E-8A687539A111}" type="parTrans" cxnId="{32E3EE0F-0FE3-4292-8EB8-7155CD56BE02}">
      <dgm:prSet>
        <dgm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en-US"/>
        </a:p>
      </dgm:t>
    </dgm:pt>
    <dgm:pt modelId="{FCF707AE-F51F-47EB-A68A-41E732333F71}" type="sibTrans" cxnId="{32E3EE0F-0FE3-4292-8EB8-7155CD56BE02}">
      <dgm:prSet/>
      <dgm:spPr/>
      <dgm:t>
        <a:bodyPr/>
        <a:lstStyle/>
        <a:p>
          <a:endParaRPr lang="en-US"/>
        </a:p>
      </dgm:t>
    </dgm:pt>
    <dgm:pt modelId="{588073A7-F9B7-42B5-8819-8FC6975F9C41}" type="pres">
      <dgm:prSet presAssocID="{BB12FAAE-0A14-4E73-8C46-C26531C1ADC7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457D9F-EEAD-4C48-BD07-61E0B06A1D6A}" type="pres">
      <dgm:prSet presAssocID="{BB12FAAE-0A14-4E73-8C46-C26531C1ADC7}" presName="cycle" presStyleCnt="0"/>
      <dgm:spPr/>
    </dgm:pt>
    <dgm:pt modelId="{E5600277-0156-4AA6-8437-14A409FBEFE7}" type="pres">
      <dgm:prSet presAssocID="{BB12FAAE-0A14-4E73-8C46-C26531C1ADC7}" presName="centerShape" presStyleCnt="0"/>
      <dgm:spPr/>
    </dgm:pt>
    <dgm:pt modelId="{A0FB2CFB-E827-4957-B7EE-B6D47DF350A7}" type="pres">
      <dgm:prSet presAssocID="{BB12FAAE-0A14-4E73-8C46-C26531C1ADC7}" presName="connSite" presStyleLbl="node1" presStyleIdx="0" presStyleCnt="2"/>
      <dgm:spPr/>
    </dgm:pt>
    <dgm:pt modelId="{AE94E1A9-E152-4181-BD3D-4C858B6A9F9B}" type="pres">
      <dgm:prSet presAssocID="{BB12FAAE-0A14-4E73-8C46-C26531C1ADC7}" presName="visible" presStyleLbl="node1" presStyleIdx="0" presStyleCnt="2" custScaleX="80390" custScaleY="73130" custLinFactNeighborX="32586" custLinFactNeighborY="-4895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4ACD13D1-C1C8-4F62-9D41-2A0FA93A7F9E}" type="pres">
      <dgm:prSet presAssocID="{336ACC9D-80C9-4293-808E-8A687539A111}" presName="Name25" presStyleLbl="parChTrans1D1" presStyleIdx="0" presStyleCnt="1"/>
      <dgm:spPr/>
      <dgm:t>
        <a:bodyPr/>
        <a:lstStyle/>
        <a:p>
          <a:endParaRPr lang="en-US"/>
        </a:p>
      </dgm:t>
    </dgm:pt>
    <dgm:pt modelId="{89631673-2641-455C-A90B-6A79845F3A8B}" type="pres">
      <dgm:prSet presAssocID="{E25AD7E6-303C-4ED8-B79F-6A3AB7762E88}" presName="node" presStyleCnt="0"/>
      <dgm:spPr/>
    </dgm:pt>
    <dgm:pt modelId="{648127C9-94B9-431F-965F-49DA586192DF}" type="pres">
      <dgm:prSet presAssocID="{E25AD7E6-303C-4ED8-B79F-6A3AB7762E88}" presName="parentNode" presStyleLbl="node1" presStyleIdx="1" presStyleCnt="2" custScaleX="204508" custScaleY="197059" custLinFactX="18357" custLinFactNeighborX="10000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D8769D-2145-4F06-A6B2-ACD8041C1896}" type="pres">
      <dgm:prSet presAssocID="{E25AD7E6-303C-4ED8-B79F-6A3AB7762E88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97467156-4ADA-4484-A09E-2F0F3692485C}" type="presOf" srcId="{E25AD7E6-303C-4ED8-B79F-6A3AB7762E88}" destId="{648127C9-94B9-431F-965F-49DA586192DF}" srcOrd="0" destOrd="0" presId="urn:microsoft.com/office/officeart/2005/8/layout/radial2"/>
    <dgm:cxn modelId="{32E3EE0F-0FE3-4292-8EB8-7155CD56BE02}" srcId="{BB12FAAE-0A14-4E73-8C46-C26531C1ADC7}" destId="{E25AD7E6-303C-4ED8-B79F-6A3AB7762E88}" srcOrd="0" destOrd="0" parTransId="{336ACC9D-80C9-4293-808E-8A687539A111}" sibTransId="{FCF707AE-F51F-47EB-A68A-41E732333F71}"/>
    <dgm:cxn modelId="{1BB849D2-D107-4961-8102-AF814F349D8F}" type="presOf" srcId="{BB12FAAE-0A14-4E73-8C46-C26531C1ADC7}" destId="{588073A7-F9B7-42B5-8819-8FC6975F9C41}" srcOrd="0" destOrd="0" presId="urn:microsoft.com/office/officeart/2005/8/layout/radial2"/>
    <dgm:cxn modelId="{1EEFBA56-8A19-4908-AA6E-825A64BA2199}" type="presOf" srcId="{336ACC9D-80C9-4293-808E-8A687539A111}" destId="{4ACD13D1-C1C8-4F62-9D41-2A0FA93A7F9E}" srcOrd="0" destOrd="0" presId="urn:microsoft.com/office/officeart/2005/8/layout/radial2"/>
    <dgm:cxn modelId="{665D70B6-0B84-4D3E-88B4-3D7C24CEC228}" type="presParOf" srcId="{588073A7-F9B7-42B5-8819-8FC6975F9C41}" destId="{44457D9F-EEAD-4C48-BD07-61E0B06A1D6A}" srcOrd="0" destOrd="0" presId="urn:microsoft.com/office/officeart/2005/8/layout/radial2"/>
    <dgm:cxn modelId="{F94A6FF6-3103-43D6-8102-584AAA300005}" type="presParOf" srcId="{44457D9F-EEAD-4C48-BD07-61E0B06A1D6A}" destId="{E5600277-0156-4AA6-8437-14A409FBEFE7}" srcOrd="0" destOrd="0" presId="urn:microsoft.com/office/officeart/2005/8/layout/radial2"/>
    <dgm:cxn modelId="{507EEB7F-E4E1-4264-80C4-8ACD3A20B8C2}" type="presParOf" srcId="{E5600277-0156-4AA6-8437-14A409FBEFE7}" destId="{A0FB2CFB-E827-4957-B7EE-B6D47DF350A7}" srcOrd="0" destOrd="0" presId="urn:microsoft.com/office/officeart/2005/8/layout/radial2"/>
    <dgm:cxn modelId="{DC5F20F2-C571-4E5B-98F6-EA16EC119EA9}" type="presParOf" srcId="{E5600277-0156-4AA6-8437-14A409FBEFE7}" destId="{AE94E1A9-E152-4181-BD3D-4C858B6A9F9B}" srcOrd="1" destOrd="0" presId="urn:microsoft.com/office/officeart/2005/8/layout/radial2"/>
    <dgm:cxn modelId="{C3CF0A61-B04D-430D-8352-8B4D8DFB54EC}" type="presParOf" srcId="{44457D9F-EEAD-4C48-BD07-61E0B06A1D6A}" destId="{4ACD13D1-C1C8-4F62-9D41-2A0FA93A7F9E}" srcOrd="1" destOrd="0" presId="urn:microsoft.com/office/officeart/2005/8/layout/radial2"/>
    <dgm:cxn modelId="{11D61932-4044-489B-B057-826CFB7FBAB5}" type="presParOf" srcId="{44457D9F-EEAD-4C48-BD07-61E0B06A1D6A}" destId="{89631673-2641-455C-A90B-6A79845F3A8B}" srcOrd="2" destOrd="0" presId="urn:microsoft.com/office/officeart/2005/8/layout/radial2"/>
    <dgm:cxn modelId="{1D99FA1E-8C8C-473C-9205-EBC58F795691}" type="presParOf" srcId="{89631673-2641-455C-A90B-6A79845F3A8B}" destId="{648127C9-94B9-431F-965F-49DA586192DF}" srcOrd="0" destOrd="0" presId="urn:microsoft.com/office/officeart/2005/8/layout/radial2"/>
    <dgm:cxn modelId="{849767A5-C4EB-455F-B2C4-D4A2C6B65F68}" type="presParOf" srcId="{89631673-2641-455C-A90B-6A79845F3A8B}" destId="{B3D8769D-2145-4F06-A6B2-ACD8041C1896}" srcOrd="1" destOrd="0" presId="urn:microsoft.com/office/officeart/2005/8/layout/radial2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77468B-50E0-472D-ABEF-B33361034D6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445063-656A-48F1-81DB-9EA206B1DF52}">
      <dgm:prSet custT="1"/>
      <dgm:spPr/>
      <dgm:t>
        <a:bodyPr/>
        <a:lstStyle/>
        <a:p>
          <a:pPr rtl="0"/>
          <a:r>
            <a:rPr lang="en-US" sz="3600" b="1" i="0" dirty="0"/>
            <a:t>A Gaming Webpage is created by making use of HTML &amp; CSS codes and successfully implemented </a:t>
          </a:r>
        </a:p>
      </dgm:t>
    </dgm:pt>
    <dgm:pt modelId="{D1A9D2EE-5C16-4C77-992B-2CB1B5602100}" type="parTrans" cxnId="{252FF5A6-A341-4E1B-BE40-387D31174212}">
      <dgm:prSet/>
      <dgm:spPr/>
      <dgm:t>
        <a:bodyPr/>
        <a:lstStyle/>
        <a:p>
          <a:endParaRPr lang="en-US"/>
        </a:p>
      </dgm:t>
    </dgm:pt>
    <dgm:pt modelId="{A7A23D98-CF53-4D18-897A-E4961C2C5280}" type="sibTrans" cxnId="{252FF5A6-A341-4E1B-BE40-387D31174212}">
      <dgm:prSet/>
      <dgm:spPr/>
      <dgm:t>
        <a:bodyPr/>
        <a:lstStyle/>
        <a:p>
          <a:endParaRPr lang="en-US"/>
        </a:p>
      </dgm:t>
    </dgm:pt>
    <dgm:pt modelId="{CE3E23FD-AE95-4AC7-80C6-64B4D7F73D22}" type="pres">
      <dgm:prSet presAssocID="{4277468B-50E0-472D-ABEF-B33361034D6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4AF5F20-89C4-49A5-B43E-0CB38FA7F44E}" type="pres">
      <dgm:prSet presAssocID="{2D445063-656A-48F1-81DB-9EA206B1DF52}" presName="linNode" presStyleCnt="0"/>
      <dgm:spPr/>
    </dgm:pt>
    <dgm:pt modelId="{715B3C08-AC42-4889-A95F-181B49AA16D0}" type="pres">
      <dgm:prSet presAssocID="{2D445063-656A-48F1-81DB-9EA206B1DF52}" presName="parentText" presStyleLbl="node1" presStyleIdx="0" presStyleCnt="1" custScaleX="174074" custScaleY="66733" custLinFactNeighborX="0" custLinFactNeighborY="-1297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AEC202F-91E4-4A20-8182-B849FF183C92}" type="presOf" srcId="{4277468B-50E0-472D-ABEF-B33361034D6A}" destId="{CE3E23FD-AE95-4AC7-80C6-64B4D7F73D22}" srcOrd="0" destOrd="0" presId="urn:microsoft.com/office/officeart/2005/8/layout/vList5"/>
    <dgm:cxn modelId="{E8E2005F-C836-4A74-A6C8-371E71343196}" type="presOf" srcId="{2D445063-656A-48F1-81DB-9EA206B1DF52}" destId="{715B3C08-AC42-4889-A95F-181B49AA16D0}" srcOrd="0" destOrd="0" presId="urn:microsoft.com/office/officeart/2005/8/layout/vList5"/>
    <dgm:cxn modelId="{252FF5A6-A341-4E1B-BE40-387D31174212}" srcId="{4277468B-50E0-472D-ABEF-B33361034D6A}" destId="{2D445063-656A-48F1-81DB-9EA206B1DF52}" srcOrd="0" destOrd="0" parTransId="{D1A9D2EE-5C16-4C77-992B-2CB1B5602100}" sibTransId="{A7A23D98-CF53-4D18-897A-E4961C2C5280}"/>
    <dgm:cxn modelId="{1CAF5A10-45D5-4F87-9688-4BD82736176F}" type="presParOf" srcId="{CE3E23FD-AE95-4AC7-80C6-64B4D7F73D22}" destId="{64AF5F20-89C4-49A5-B43E-0CB38FA7F44E}" srcOrd="0" destOrd="0" presId="urn:microsoft.com/office/officeart/2005/8/layout/vList5"/>
    <dgm:cxn modelId="{04EE0A80-0937-4C6D-9594-4E5C786E8457}" type="presParOf" srcId="{64AF5F20-89C4-49A5-B43E-0CB38FA7F44E}" destId="{715B3C08-AC42-4889-A95F-181B49AA16D0}" srcOrd="0" destOrd="0" presId="urn:microsoft.com/office/officeart/2005/8/layout/vList5"/>
  </dgm:cxnLst>
  <dgm:bg/>
  <dgm:whole/>
  <dgm:extLst>
    <a:ext uri="http://schemas.microsoft.com/office/drawing/2008/diagram">
      <dsp:dataModelExt xmlns=""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C4AE9-70AF-44F3-93AA-FFE0B6703A41}">
      <dsp:nvSpPr>
        <dsp:cNvPr id="0" name=""/>
        <dsp:cNvSpPr/>
      </dsp:nvSpPr>
      <dsp:spPr>
        <a:xfrm>
          <a:off x="0" y="37266"/>
          <a:ext cx="9220200" cy="754777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HTML stands for Hyper Text Markup Language</a:t>
          </a:r>
          <a:endParaRPr lang="en-US" sz="1900" kern="1200" dirty="0"/>
        </a:p>
      </dsp:txBody>
      <dsp:txXfrm>
        <a:off x="36845" y="74111"/>
        <a:ext cx="9146510" cy="681087"/>
      </dsp:txXfrm>
    </dsp:sp>
    <dsp:sp modelId="{70912EA1-AE16-48AF-803A-89BD864A21EC}">
      <dsp:nvSpPr>
        <dsp:cNvPr id="0" name=""/>
        <dsp:cNvSpPr/>
      </dsp:nvSpPr>
      <dsp:spPr>
        <a:xfrm>
          <a:off x="0" y="846764"/>
          <a:ext cx="9220200" cy="754777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HTML is the standard markup language for creating Web pages</a:t>
          </a:r>
          <a:endParaRPr lang="en-US" sz="1900" kern="1200" dirty="0"/>
        </a:p>
      </dsp:txBody>
      <dsp:txXfrm>
        <a:off x="36845" y="883609"/>
        <a:ext cx="9146510" cy="681087"/>
      </dsp:txXfrm>
    </dsp:sp>
    <dsp:sp modelId="{5657C41C-1915-44B3-93A5-B419F5512462}">
      <dsp:nvSpPr>
        <dsp:cNvPr id="0" name=""/>
        <dsp:cNvSpPr/>
      </dsp:nvSpPr>
      <dsp:spPr>
        <a:xfrm>
          <a:off x="0" y="1656262"/>
          <a:ext cx="9220200" cy="754777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CSS is the coding language that gives a website its look and layout. Along with HTML</a:t>
          </a:r>
          <a:endParaRPr lang="en-US" sz="1900" kern="1200" dirty="0"/>
        </a:p>
      </dsp:txBody>
      <dsp:txXfrm>
        <a:off x="36845" y="1693107"/>
        <a:ext cx="9146510" cy="681087"/>
      </dsp:txXfrm>
    </dsp:sp>
    <dsp:sp modelId="{CD02F862-FF2A-49E0-A303-C31445C1C7B8}">
      <dsp:nvSpPr>
        <dsp:cNvPr id="0" name=""/>
        <dsp:cNvSpPr/>
      </dsp:nvSpPr>
      <dsp:spPr>
        <a:xfrm>
          <a:off x="0" y="2465759"/>
          <a:ext cx="9220200" cy="754777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CSS contains webpage elements in boxes and float those boxes to specific positions on the page</a:t>
          </a:r>
          <a:endParaRPr lang="en-US" sz="1900" kern="1200" dirty="0"/>
        </a:p>
      </dsp:txBody>
      <dsp:txXfrm>
        <a:off x="36845" y="2502604"/>
        <a:ext cx="9146510" cy="681087"/>
      </dsp:txXfrm>
    </dsp:sp>
    <dsp:sp modelId="{DB917C76-F81E-41F7-A182-C8ADC7486575}">
      <dsp:nvSpPr>
        <dsp:cNvPr id="0" name=""/>
        <dsp:cNvSpPr/>
      </dsp:nvSpPr>
      <dsp:spPr>
        <a:xfrm>
          <a:off x="0" y="3276600"/>
          <a:ext cx="9220200" cy="754777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JavaScript is a programming language used primarily by Web browsers to create a dynamic and interactive experience for the user</a:t>
          </a:r>
          <a:endParaRPr lang="en-US" sz="1900" kern="1200" dirty="0"/>
        </a:p>
      </dsp:txBody>
      <dsp:txXfrm>
        <a:off x="36845" y="3313445"/>
        <a:ext cx="9146510" cy="681087"/>
      </dsp:txXfrm>
    </dsp:sp>
    <dsp:sp modelId="{C97A3436-985E-4F56-9127-3AC178D6023A}">
      <dsp:nvSpPr>
        <dsp:cNvPr id="0" name=""/>
        <dsp:cNvSpPr/>
      </dsp:nvSpPr>
      <dsp:spPr>
        <a:xfrm>
          <a:off x="0" y="4084755"/>
          <a:ext cx="9220200" cy="754777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Most of the functions and applications that make the Internet indispensable to modern life are coded in some form of </a:t>
          </a:r>
          <a:r>
            <a:rPr lang="en-US" sz="1900" b="0" i="0" kern="1200" dirty="0" err="1"/>
            <a:t>Javascript</a:t>
          </a:r>
          <a:endParaRPr lang="en-US" sz="1900" kern="1200" dirty="0"/>
        </a:p>
      </dsp:txBody>
      <dsp:txXfrm>
        <a:off x="36845" y="4121600"/>
        <a:ext cx="9146510" cy="681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CD13D1-C1C8-4F62-9D41-2A0FA93A7F9E}">
      <dsp:nvSpPr>
        <dsp:cNvPr id="0" name=""/>
        <dsp:cNvSpPr/>
      </dsp:nvSpPr>
      <dsp:spPr>
        <a:xfrm>
          <a:off x="2184533" y="2404298"/>
          <a:ext cx="1973739" cy="68203"/>
        </a:xfrm>
        <a:custGeom>
          <a:avLst/>
          <a:gdLst/>
          <a:ahLst/>
          <a:cxnLst/>
          <a:rect l="0" t="0" r="0" b="0"/>
          <a:pathLst>
            <a:path>
              <a:moveTo>
                <a:pt x="0" y="34101"/>
              </a:moveTo>
              <a:lnTo>
                <a:pt x="1973739" y="34101"/>
              </a:lnTo>
            </a:path>
          </a:pathLst>
        </a:custGeom>
        <a:noFill/>
        <a:ln w="28575" cap="rnd" cmpd="sng" algn="ctr">
          <a:solidFill>
            <a:schemeClr val="accent3"/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3">
          <a:schemeClr val="accent3"/>
        </a:lnRef>
        <a:fillRef idx="0">
          <a:schemeClr val="accent3"/>
        </a:fillRef>
        <a:effectRef idx="2">
          <a:schemeClr val="accent3"/>
        </a:effectRef>
        <a:fontRef idx="minor">
          <a:schemeClr val="tx1"/>
        </a:fontRef>
      </dsp:style>
    </dsp:sp>
    <dsp:sp modelId="{AE94E1A9-E152-4181-BD3D-4C858B6A9F9B}">
      <dsp:nvSpPr>
        <dsp:cNvPr id="0" name=""/>
        <dsp:cNvSpPr/>
      </dsp:nvSpPr>
      <dsp:spPr>
        <a:xfrm>
          <a:off x="646740" y="942074"/>
          <a:ext cx="2901341" cy="2639321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127C9-94B9-431F-965F-49DA586192DF}">
      <dsp:nvSpPr>
        <dsp:cNvPr id="0" name=""/>
        <dsp:cNvSpPr/>
      </dsp:nvSpPr>
      <dsp:spPr>
        <a:xfrm>
          <a:off x="4158273" y="304793"/>
          <a:ext cx="4428516" cy="42672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To Design a </a:t>
          </a:r>
          <a:r>
            <a:rPr lang="en-US" sz="3000" b="1" i="0" u="sng" kern="1200" dirty="0">
              <a:solidFill>
                <a:schemeClr val="accent3"/>
              </a:solidFill>
            </a:rPr>
            <a:t>Gaming</a:t>
          </a:r>
          <a:r>
            <a:rPr lang="en-US" sz="3000" b="1" i="0" u="sng" kern="1200" dirty="0"/>
            <a:t> </a:t>
          </a:r>
          <a:r>
            <a:rPr lang="en-US" sz="3000" b="1" i="0" u="sng" kern="1200" dirty="0">
              <a:solidFill>
                <a:schemeClr val="accent3"/>
              </a:solidFill>
            </a:rPr>
            <a:t>Webpage</a:t>
          </a:r>
          <a:r>
            <a:rPr lang="en-US" sz="3000" b="1" i="0" u="none" kern="1200" dirty="0">
              <a:solidFill>
                <a:schemeClr val="accent3"/>
              </a:solidFill>
            </a:rPr>
            <a:t> </a:t>
          </a:r>
          <a:r>
            <a:rPr lang="en-US" sz="3000" b="0" i="0" u="none" kern="1200" dirty="0"/>
            <a:t>by</a:t>
          </a:r>
          <a:r>
            <a:rPr lang="en-US" sz="3000" b="0" i="0" kern="1200" dirty="0"/>
            <a:t> making use of </a:t>
          </a:r>
          <a:r>
            <a:rPr lang="en-US" sz="3000" b="1" i="0" kern="1200" dirty="0"/>
            <a:t>HTML</a:t>
          </a:r>
          <a:r>
            <a:rPr lang="en-US" sz="3000" b="1" i="0" kern="1200"/>
            <a:t>, JavaScript </a:t>
          </a:r>
          <a:r>
            <a:rPr lang="en-US" sz="3000" b="1" i="0" kern="1200" dirty="0"/>
            <a:t>&amp; CSS</a:t>
          </a:r>
        </a:p>
      </dsp:txBody>
      <dsp:txXfrm>
        <a:off x="4806814" y="929712"/>
        <a:ext cx="3131434" cy="30173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B3C08-AC42-4889-A95F-181B49AA16D0}">
      <dsp:nvSpPr>
        <dsp:cNvPr id="0" name=""/>
        <dsp:cNvSpPr/>
      </dsp:nvSpPr>
      <dsp:spPr>
        <a:xfrm>
          <a:off x="2133601" y="152402"/>
          <a:ext cx="7162796" cy="27432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/>
            <a:t>A Gaming Webpage is created by making use of HTML &amp; CSS codes and successfully implemented </a:t>
          </a:r>
        </a:p>
      </dsp:txBody>
      <dsp:txXfrm>
        <a:off x="2267515" y="286316"/>
        <a:ext cx="6894968" cy="24754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pPr/>
              <a:t>14-Jul-21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researchgate.net/publication/327861163_Introduction_to_HTML_Hyper_Text_Markup_Language_-_A_Review_Paper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79CFCA-9BE2-9C44-AB82-6A181ACB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88489" cy="918882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FFFF00"/>
                </a:solidFill>
                <a:latin typeface="Arial Black" pitchFamily="34" charset="0"/>
              </a:rPr>
              <a:t>WEBPAGE</a:t>
            </a: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en-US" b="1" u="sng" dirty="0">
                <a:solidFill>
                  <a:srgbClr val="FFFF00"/>
                </a:solidFill>
                <a:latin typeface="Arial Black" pitchFamily="34" charset="0"/>
              </a:rPr>
              <a:t>DESIGNING</a:t>
            </a: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endParaRPr lang="en-US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730E3B0-D8C5-4649-A461-1159BD29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28800"/>
            <a:ext cx="9525000" cy="464820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latin typeface="Californian FB" pitchFamily="18" charset="0"/>
              </a:rPr>
              <a:t> </a:t>
            </a:r>
            <a:r>
              <a:rPr lang="en-US" sz="2400" b="1" u="sng" dirty="0">
                <a:latin typeface="Californian FB" pitchFamily="18" charset="0"/>
              </a:rPr>
              <a:t>PRESENTATION</a:t>
            </a:r>
            <a:r>
              <a:rPr lang="en-US" sz="2400" b="1" dirty="0">
                <a:latin typeface="Californian FB" pitchFamily="18" charset="0"/>
              </a:rPr>
              <a:t>   </a:t>
            </a:r>
            <a:r>
              <a:rPr lang="en-US" sz="2400" b="1" u="sng" dirty="0">
                <a:latin typeface="Californian FB" pitchFamily="18" charset="0"/>
              </a:rPr>
              <a:t>BY</a:t>
            </a:r>
            <a:r>
              <a:rPr lang="en-US" sz="2400" b="1" dirty="0">
                <a:latin typeface="Californian FB" pitchFamily="18" charset="0"/>
              </a:rPr>
              <a:t> </a:t>
            </a:r>
            <a:r>
              <a:rPr lang="en-US" sz="2400" b="1" dirty="0" smtClean="0">
                <a:latin typeface="Californian FB" pitchFamily="18" charset="0"/>
              </a:rPr>
              <a:t> :</a:t>
            </a:r>
            <a:endParaRPr lang="en-US" sz="2400" b="1" dirty="0">
              <a:latin typeface="Californian FB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/>
            <a:r>
              <a:rPr lang="en-US" sz="2400" b="1" dirty="0">
                <a:solidFill>
                  <a:schemeClr val="accent3"/>
                </a:solidFill>
              </a:rPr>
              <a:t> </a:t>
            </a:r>
            <a:r>
              <a:rPr lang="en-US" sz="2800" b="1" dirty="0">
                <a:solidFill>
                  <a:schemeClr val="accent3"/>
                </a:solidFill>
              </a:rPr>
              <a:t>Sourabh Gadhe 1817						</a:t>
            </a:r>
          </a:p>
          <a:p>
            <a:pPr marL="0" indent="0"/>
            <a:r>
              <a:rPr lang="en-US" sz="2800" b="1" dirty="0">
                <a:solidFill>
                  <a:schemeClr val="accent3"/>
                </a:solidFill>
              </a:rPr>
              <a:t> Sahil Dimble 1814</a:t>
            </a:r>
          </a:p>
          <a:p>
            <a:pPr marL="0" indent="0"/>
            <a:r>
              <a:rPr lang="en-US" sz="2800" b="1" dirty="0">
                <a:solidFill>
                  <a:schemeClr val="accent3"/>
                </a:solidFill>
              </a:rPr>
              <a:t> Deep Marathe 1838</a:t>
            </a:r>
          </a:p>
          <a:p>
            <a:pPr marL="0" indent="0"/>
            <a:r>
              <a:rPr lang="en-US" sz="2800" b="1" dirty="0">
                <a:solidFill>
                  <a:schemeClr val="accent3"/>
                </a:solidFill>
              </a:rPr>
              <a:t> Devendra Chaudhari 1810</a:t>
            </a:r>
          </a:p>
          <a:p>
            <a:pPr marL="0" indent="0"/>
            <a:r>
              <a:rPr lang="en-US" sz="2800" b="1" dirty="0">
                <a:solidFill>
                  <a:schemeClr val="accent3"/>
                </a:solidFill>
              </a:rPr>
              <a:t> Omkar Takalkar 1863</a:t>
            </a:r>
          </a:p>
          <a:p>
            <a:pPr marL="0" indent="0"/>
            <a:r>
              <a:rPr lang="en-US" sz="2800" b="1" dirty="0">
                <a:solidFill>
                  <a:schemeClr val="accent3"/>
                </a:solidFill>
              </a:rPr>
              <a:t> Suraj Sankpal 1856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94C4157-F716-4BF3-9286-6FCC92C72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2642977"/>
            <a:ext cx="3353268" cy="301984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403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79CFCA-9BE2-9C44-AB82-6A181ACB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88489" cy="918882"/>
          </a:xfrm>
        </p:spPr>
        <p:txBody>
          <a:bodyPr/>
          <a:lstStyle/>
          <a:p>
            <a:pPr algn="ctr"/>
            <a:r>
              <a:rPr lang="en-US" sz="5400" b="1" u="sng" dirty="0">
                <a:solidFill>
                  <a:srgbClr val="FFFF00"/>
                </a:solidFill>
                <a:latin typeface="Arial Black" pitchFamily="34" charset="0"/>
              </a:rPr>
              <a:t>Introduction</a:t>
            </a: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endParaRPr lang="en-US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597857964"/>
              </p:ext>
            </p:extLst>
          </p:nvPr>
        </p:nvGraphicFramePr>
        <p:xfrm>
          <a:off x="762000" y="1676400"/>
          <a:ext cx="92202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54031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79CFCA-9BE2-9C44-AB82-6A181ACB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88489" cy="918882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FFFF00"/>
                </a:solidFill>
                <a:latin typeface="Arial Black" pitchFamily="34" charset="0"/>
              </a:rPr>
              <a:t>OBJECTIVES</a:t>
            </a: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endParaRPr lang="en-US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678976924"/>
              </p:ext>
            </p:extLst>
          </p:nvPr>
        </p:nvGraphicFramePr>
        <p:xfrm>
          <a:off x="914400" y="1752600"/>
          <a:ext cx="95250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54031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79CFCA-9BE2-9C44-AB82-6A181ACB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88489" cy="918882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FF00"/>
                </a:solidFill>
                <a:latin typeface="Arial Black" pitchFamily="34" charset="0"/>
              </a:rPr>
              <a:t>     </a:t>
            </a:r>
            <a:r>
              <a:rPr lang="en-US" b="1" u="sng" dirty="0" smtClean="0">
                <a:solidFill>
                  <a:srgbClr val="FFFF00"/>
                </a:solidFill>
                <a:latin typeface="Arial Black" pitchFamily="34" charset="0"/>
              </a:rPr>
              <a:t>Literature</a:t>
            </a:r>
            <a:r>
              <a:rPr lang="en-US" b="1" dirty="0" smtClean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en-US" b="1" u="sng" dirty="0">
                <a:solidFill>
                  <a:srgbClr val="FFFF00"/>
                </a:solidFill>
                <a:latin typeface="Arial Black" pitchFamily="34" charset="0"/>
              </a:rPr>
              <a:t>Survey</a:t>
            </a:r>
            <a:br>
              <a:rPr lang="en-US" b="1" u="sng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endParaRPr lang="en-US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62000" y="2286000"/>
          <a:ext cx="10515601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8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6497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05000"/>
                <a:gridCol w="146957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78822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8132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Sr</a:t>
                      </a:r>
                      <a:r>
                        <a:rPr lang="en-US" baseline="0" dirty="0"/>
                        <a:t>. 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Author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6337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/>
                        <a:t>Introduction to HTML (Hyper Text Markup Language)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Ankush Sharma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/>
                    </a:p>
                    <a:p>
                      <a:pPr algn="ctr"/>
                      <a:r>
                        <a:rPr lang="en-US" sz="2000" dirty="0" smtClean="0"/>
                        <a:t>(Asst.</a:t>
                      </a:r>
                      <a:r>
                        <a:rPr lang="en-US" sz="2000" baseline="0" dirty="0" smtClean="0"/>
                        <a:t> Proff.</a:t>
                      </a:r>
                    </a:p>
                    <a:p>
                      <a:pPr algn="ctr"/>
                      <a:r>
                        <a:rPr lang="en-US" sz="2000" baseline="0" dirty="0" smtClean="0"/>
                        <a:t>Chandigarh</a:t>
                      </a:r>
                    </a:p>
                    <a:p>
                      <a:pPr algn="ctr"/>
                      <a:r>
                        <a:rPr lang="en-US" sz="2000" baseline="0" dirty="0" smtClean="0"/>
                        <a:t>University)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 HTML is the Standard Markup Language. It is used for developing Web Pages. HTML is Hyper Text Markup Language and is used for describing the structure of web pages.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403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381000"/>
            <a:ext cx="8686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00"/>
                </a:solidFill>
              </a:rPr>
              <a:t>To access the research paper </a:t>
            </a:r>
            <a:r>
              <a:rPr lang="en-US" sz="2800" dirty="0"/>
              <a:t>scan QR code</a:t>
            </a:r>
          </a:p>
          <a:p>
            <a:pPr algn="ctr"/>
            <a:r>
              <a:rPr lang="en-US" sz="2800" dirty="0"/>
              <a:t>or</a:t>
            </a:r>
          </a:p>
          <a:p>
            <a:pPr algn="ctr"/>
            <a:r>
              <a:rPr lang="en-US" sz="2800" b="1" dirty="0">
                <a:solidFill>
                  <a:srgbClr val="FFFF00"/>
                </a:solidFill>
              </a:rPr>
              <a:t>Click on </a:t>
            </a:r>
          </a:p>
          <a:p>
            <a:pPr algn="ctr"/>
            <a:endParaRPr lang="en-US" sz="2800" b="1" dirty="0">
              <a:solidFill>
                <a:srgbClr val="FFFF00"/>
              </a:solidFill>
              <a:hlinkClick r:id="rId2"/>
            </a:endParaRPr>
          </a:p>
          <a:p>
            <a:pPr algn="ctr"/>
            <a:r>
              <a:rPr lang="en-US" dirty="0">
                <a:hlinkClick r:id="rId2"/>
              </a:rPr>
              <a:t>https://www.researchgate.net/publication/327861163_Introduction_to_HTML_Hyper_Text_Markup_Language_-_A_Review_Paper</a:t>
            </a: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6" name="Picture 5" descr="qrcode_www.researchgate.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657600"/>
            <a:ext cx="28194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/>
          <p:cNvCxnSpPr/>
          <p:nvPr/>
        </p:nvCxnSpPr>
        <p:spPr>
          <a:xfrm rot="5400000">
            <a:off x="5906294" y="2628106"/>
            <a:ext cx="228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5906294" y="3390106"/>
            <a:ext cx="228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rot="5400000">
            <a:off x="5906294" y="4456906"/>
            <a:ext cx="228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8" idx="2"/>
            <a:endCxn id="14" idx="0"/>
          </p:cNvCxnSpPr>
          <p:nvPr/>
        </p:nvCxnSpPr>
        <p:spPr>
          <a:xfrm rot="5400000">
            <a:off x="5981700" y="5562600"/>
            <a:ext cx="1524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" idx="3"/>
            <a:endCxn id="9" idx="1"/>
          </p:cNvCxnSpPr>
          <p:nvPr/>
        </p:nvCxnSpPr>
        <p:spPr>
          <a:xfrm>
            <a:off x="7086600" y="5029200"/>
            <a:ext cx="609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11" idx="1"/>
            <a:endCxn id="9" idx="3"/>
          </p:cNvCxnSpPr>
          <p:nvPr/>
        </p:nvCxnSpPr>
        <p:spPr>
          <a:xfrm rot="10800000">
            <a:off x="9144000" y="5029200"/>
            <a:ext cx="609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2" idx="3"/>
            <a:endCxn id="8" idx="1"/>
          </p:cNvCxnSpPr>
          <p:nvPr/>
        </p:nvCxnSpPr>
        <p:spPr>
          <a:xfrm>
            <a:off x="4495800" y="5029200"/>
            <a:ext cx="5334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3" idx="3"/>
            <a:endCxn id="12" idx="1"/>
          </p:cNvCxnSpPr>
          <p:nvPr/>
        </p:nvCxnSpPr>
        <p:spPr>
          <a:xfrm>
            <a:off x="2362200" y="5029200"/>
            <a:ext cx="609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79CFCA-9BE2-9C44-AB82-6A181ACB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88489" cy="91888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>			</a:t>
            </a:r>
            <a:r>
              <a:rPr lang="en-US" b="1" u="sng" dirty="0">
                <a:solidFill>
                  <a:srgbClr val="FFFF00"/>
                </a:solidFill>
                <a:latin typeface="Arial Black" pitchFamily="34" charset="0"/>
              </a:rPr>
              <a:t>Project</a:t>
            </a: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> </a:t>
            </a:r>
            <a:r>
              <a:rPr lang="en-US" b="1" u="sng" dirty="0">
                <a:solidFill>
                  <a:srgbClr val="FFFF00"/>
                </a:solidFill>
                <a:latin typeface="Arial Black" pitchFamily="34" charset="0"/>
              </a:rPr>
              <a:t>Flowchart</a:t>
            </a: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endParaRPr lang="en-US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730E3B0-D8C5-4649-A461-1159BD29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76400"/>
            <a:ext cx="108966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 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4953000" y="1524000"/>
            <a:ext cx="2133600" cy="10668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Game Registration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1600" y="2743200"/>
            <a:ext cx="1752600" cy="53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3505200"/>
            <a:ext cx="1600200" cy="83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Download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572000"/>
            <a:ext cx="2057400" cy="914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Enter Data Into Text Boxes</a:t>
            </a:r>
          </a:p>
        </p:txBody>
      </p:sp>
      <p:sp>
        <p:nvSpPr>
          <p:cNvPr id="9" name="Diamond 8"/>
          <p:cNvSpPr/>
          <p:nvPr/>
        </p:nvSpPr>
        <p:spPr>
          <a:xfrm>
            <a:off x="7696200" y="4648200"/>
            <a:ext cx="1447800" cy="762000"/>
          </a:xfrm>
          <a:prstGeom prst="diamon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53600" y="4572000"/>
            <a:ext cx="15240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Terms &amp; Conditions</a:t>
            </a:r>
          </a:p>
        </p:txBody>
      </p:sp>
      <p:sp>
        <p:nvSpPr>
          <p:cNvPr id="12" name="Diamond 11"/>
          <p:cNvSpPr/>
          <p:nvPr/>
        </p:nvSpPr>
        <p:spPr>
          <a:xfrm>
            <a:off x="2971800" y="4648200"/>
            <a:ext cx="1524000" cy="762000"/>
          </a:xfrm>
          <a:prstGeom prst="diamon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72000"/>
            <a:ext cx="1676400" cy="914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Error</a:t>
            </a:r>
          </a:p>
          <a:p>
            <a:pPr algn="ctr"/>
            <a:r>
              <a:rPr lang="en-US" dirty="0"/>
              <a:t>~You must fill the data</a:t>
            </a:r>
          </a:p>
        </p:txBody>
      </p:sp>
      <p:sp>
        <p:nvSpPr>
          <p:cNvPr id="14" name="Oval 13"/>
          <p:cNvSpPr/>
          <p:nvPr/>
        </p:nvSpPr>
        <p:spPr>
          <a:xfrm>
            <a:off x="5105400" y="5638800"/>
            <a:ext cx="1905000" cy="8382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Download</a:t>
            </a:r>
          </a:p>
        </p:txBody>
      </p:sp>
      <p:cxnSp>
        <p:nvCxnSpPr>
          <p:cNvPr id="22" name="Straight Connector 21"/>
          <p:cNvCxnSpPr>
            <a:stCxn id="6" idx="2"/>
            <a:endCxn id="6" idx="2"/>
          </p:cNvCxnSpPr>
          <p:nvPr/>
        </p:nvCxnSpPr>
        <p:spPr>
          <a:xfrm rot="5400000">
            <a:off x="6057900" y="3276600"/>
            <a:ext cx="158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54031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79CFCA-9BE2-9C44-AB82-6A181ACB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9488489" cy="11430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>	  	</a:t>
            </a:r>
            <a:r>
              <a:rPr lang="en-US" sz="4800" b="1" u="sng" dirty="0">
                <a:solidFill>
                  <a:srgbClr val="FFFF00"/>
                </a:solidFill>
                <a:latin typeface="Arial Black" pitchFamily="34" charset="0"/>
              </a:rPr>
              <a:t>Result</a:t>
            </a: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>		</a:t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endParaRPr lang="en-US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730E3B0-D8C5-4649-A461-1159BD29F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 </a:t>
            </a:r>
            <a:endParaRPr lang="en-US" sz="36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 descr="Screenshot (364).png"/>
          <p:cNvPicPr>
            <a:picLocks noChangeAspect="1"/>
          </p:cNvPicPr>
          <p:nvPr/>
        </p:nvPicPr>
        <p:blipFill>
          <a:blip r:embed="rId2"/>
          <a:srcRect t="7692" b="4615"/>
          <a:stretch>
            <a:fillRect/>
          </a:stretch>
        </p:blipFill>
        <p:spPr>
          <a:xfrm>
            <a:off x="296482" y="1219200"/>
            <a:ext cx="10813564" cy="5562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4031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79CFCA-9BE2-9C44-AB82-6A181ACB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3400"/>
            <a:ext cx="10515600" cy="32766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>		</a:t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r>
              <a:rPr lang="en-US" b="1" dirty="0">
                <a:solidFill>
                  <a:srgbClr val="FFFF00"/>
                </a:solidFill>
                <a:latin typeface="Arial Black" pitchFamily="34" charset="0"/>
              </a:rPr>
              <a:t/>
            </a:r>
            <a:br>
              <a:rPr lang="en-US" b="1" dirty="0">
                <a:solidFill>
                  <a:srgbClr val="FFFF00"/>
                </a:solidFill>
                <a:latin typeface="Arial Black" pitchFamily="34" charset="0"/>
              </a:rPr>
            </a:br>
            <a:endParaRPr lang="en-US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28600" y="2514600"/>
          <a:ext cx="114300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352800" y="609600"/>
            <a:ext cx="5181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>
                <a:solidFill>
                  <a:srgbClr val="FFFF0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="" xmlns:p14="http://schemas.microsoft.com/office/powerpoint/2010/main" val="354031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052638"/>
            <a:ext cx="8947150" cy="4195762"/>
          </a:xfrm>
        </p:spPr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buNone/>
            </a:pPr>
            <a:r>
              <a:rPr lang="en-US" sz="6600" b="1" dirty="0">
                <a:ln w="11430">
                  <a:solidFill>
                    <a:srgbClr val="FFFF00"/>
                  </a:solidFill>
                </a:ln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Maiandra GD" pitchFamily="34" charset="0"/>
              </a:rPr>
              <a:t>              </a:t>
            </a:r>
            <a:r>
              <a:rPr lang="en-US" sz="6600" b="1" u="sng" dirty="0">
                <a:ln w="11430">
                  <a:solidFill>
                    <a:srgbClr val="FFFF00"/>
                  </a:solidFill>
                </a:ln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Maiandra GD" pitchFamily="34" charset="0"/>
              </a:rPr>
              <a:t>THANK</a:t>
            </a:r>
            <a:r>
              <a:rPr lang="en-US" sz="6600" b="1" dirty="0">
                <a:ln w="11430">
                  <a:solidFill>
                    <a:srgbClr val="FFFF00"/>
                  </a:solidFill>
                </a:ln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Maiandra GD" pitchFamily="34" charset="0"/>
              </a:rPr>
              <a:t> </a:t>
            </a:r>
            <a:r>
              <a:rPr lang="en-US" sz="6600" b="1" u="sng" dirty="0">
                <a:ln w="11430">
                  <a:solidFill>
                    <a:srgbClr val="FFFF00"/>
                  </a:solidFill>
                </a:ln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Maiandra GD" pitchFamily="34" charset="0"/>
              </a:rPr>
              <a:t>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246</Words>
  <Application>Microsoft Office PowerPoint</Application>
  <PresentationFormat>Custom</PresentationFormat>
  <Paragraphs>58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Ion</vt:lpstr>
      <vt:lpstr>WEBPAGE DESIGNING     </vt:lpstr>
      <vt:lpstr>Introduction     </vt:lpstr>
      <vt:lpstr>OBJECTIVES     </vt:lpstr>
      <vt:lpstr>     Literature Survey   </vt:lpstr>
      <vt:lpstr>Slide 5</vt:lpstr>
      <vt:lpstr>   Project Flowchart     </vt:lpstr>
      <vt:lpstr>    Result       </vt:lpstr>
      <vt:lpstr>       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Biomass &amp; Biomass Energy</dc:title>
  <dc:creator>Unknown User</dc:creator>
  <cp:lastModifiedBy>Admin5</cp:lastModifiedBy>
  <cp:revision>37</cp:revision>
  <dcterms:created xsi:type="dcterms:W3CDTF">2021-03-25T09:37:55Z</dcterms:created>
  <dcterms:modified xsi:type="dcterms:W3CDTF">2021-07-14T13:53:27Z</dcterms:modified>
</cp:coreProperties>
</file>